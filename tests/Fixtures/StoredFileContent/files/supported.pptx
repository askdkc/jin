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A1EEAE-ACF8-7189-F7FA-E49C4D1829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332D850-E47A-0991-987E-3FC6F1D1F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19BBDC-63B6-8C56-52B6-08B3C1051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36DBB-0EAB-F345-B870-F689955320B6}" type="datetimeFigureOut">
              <a:rPr kumimoji="1" lang="ja-JP" altLang="en-US" smtClean="0"/>
              <a:t>2026/7/26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90EA61-FC34-2343-4290-5A2C29F2F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E21BDD-05D8-311B-B95C-83EBC2E88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9C27-8ED0-E041-A8DE-67DFE20C5A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1406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A9E910-420C-A0B3-7893-0E71DC9FA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645801-7A00-F670-0B22-63EC00B01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07F65E-7D5E-E4F3-9BCC-64388BAEA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36DBB-0EAB-F345-B870-F689955320B6}" type="datetimeFigureOut">
              <a:rPr kumimoji="1" lang="ja-JP" altLang="en-US" smtClean="0"/>
              <a:t>2026/7/26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47109D-A094-A4AC-D055-3A5346E95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FB9A41-90DF-B8C1-BDCA-059ECEF59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9C27-8ED0-E041-A8DE-67DFE20C5A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1801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6C4518-946E-9286-836D-A50B3C9E0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71FC0DC-FCE0-0D71-52C6-39A17DFE1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7176098-57EE-21C8-65D3-E76767291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36DBB-0EAB-F345-B870-F689955320B6}" type="datetimeFigureOut">
              <a:rPr kumimoji="1" lang="ja-JP" altLang="en-US" smtClean="0"/>
              <a:t>2026/7/26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0FEA67-235F-BE85-ECE3-BB5C68DC5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541969-3795-8BBC-371D-E2B1D275A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9C27-8ED0-E041-A8DE-67DFE20C5A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7122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90B109-283D-201C-7243-FD1567FD6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E41EFAD-AEB4-6F6C-B591-AC2128FE46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01EA615-0C7F-8CA6-EB48-0177F8D18C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7E061CC-3DC6-4D66-AF1A-421F55D3A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36DBB-0EAB-F345-B870-F689955320B6}" type="datetimeFigureOut">
              <a:rPr kumimoji="1" lang="ja-JP" altLang="en-US" smtClean="0"/>
              <a:t>2026/7/26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89D989D-4C8E-34B9-93D0-65A07E8AD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92109C2-A828-7E42-E707-5ABF3A36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9C27-8ED0-E041-A8DE-67DFE20C5A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2612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006A06-5203-5413-E2EE-E0567CE21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CE4DF9E-56D1-FCB9-AEF0-C3E7F5217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4429CA1-9EA5-3CDD-3C5C-8CAE22216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2AAA542-DEB9-1420-2D0E-BD70F9191B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3C440AF-787A-2F05-A582-3BCFB9A9A9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8A7847A-CFE5-51CD-DB08-4B8B01345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36DBB-0EAB-F345-B870-F689955320B6}" type="datetimeFigureOut">
              <a:rPr kumimoji="1" lang="ja-JP" altLang="en-US" smtClean="0"/>
              <a:t>2026/7/26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B18FC49-FE8C-6140-D4B4-58B263305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DD5344A-CCA7-A708-8828-6B4F1C019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9C27-8ED0-E041-A8DE-67DFE20C5A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3570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BA90E0-6E59-D60C-9AE0-EE40C08EE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E693105-611D-C6D7-6257-AE3934441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36DBB-0EAB-F345-B870-F689955320B6}" type="datetimeFigureOut">
              <a:rPr kumimoji="1" lang="ja-JP" altLang="en-US" smtClean="0"/>
              <a:t>2026/7/26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ADC41CE-55B3-0184-767C-0F689F4D4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AF8BCD3-5972-F899-BE27-1DCE67F6F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9C27-8ED0-E041-A8DE-67DFE20C5A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920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9E6CF7D-C502-A66A-E3C4-CC003E83B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36DBB-0EAB-F345-B870-F689955320B6}" type="datetimeFigureOut">
              <a:rPr kumimoji="1" lang="ja-JP" altLang="en-US" smtClean="0"/>
              <a:t>2026/7/26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C275F49-53E7-D971-A358-39B72A355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F60D9BF-D085-FC78-7BAE-FEFDC5752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9C27-8ED0-E041-A8DE-67DFE20C5A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5394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50D06D-7D3C-71B5-40B3-8BA6CDA4D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5A973A3-D216-6A8F-4EE4-41100CB46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80D2844-95DF-0802-C2CF-7F124ED7B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3999F95-6E74-546D-949D-B91B1B7DC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36DBB-0EAB-F345-B870-F689955320B6}" type="datetimeFigureOut">
              <a:rPr kumimoji="1" lang="ja-JP" altLang="en-US" smtClean="0"/>
              <a:t>2026/7/26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1BD9B5E-DD02-E0F3-E808-9075B6974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69E7889-AB40-6072-F638-A705B2E1C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9C27-8ED0-E041-A8DE-67DFE20C5A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756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E29C41-9944-8DD2-1891-6C2F0EE70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8DAADB1-3AB2-9D92-D41D-B7F7FC66EE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EF596F4-EDFF-08F3-FF08-51BA19E04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8000D56-63A5-70F1-D836-013E178E0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36DBB-0EAB-F345-B870-F689955320B6}" type="datetimeFigureOut">
              <a:rPr kumimoji="1" lang="ja-JP" altLang="en-US" smtClean="0"/>
              <a:t>2026/7/26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E8227AB-5B0C-6C69-9E3C-0A7C7D97F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F0873D5-9D4B-0E50-680F-3622E4069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9C27-8ED0-E041-A8DE-67DFE20C5A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258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BF3601-F119-0B12-447A-A6E983AB0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2B3EE41-4DBB-8AC8-8F8E-E417387E2B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EE7702-F51A-8E7F-D288-9DBFC8899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36DBB-0EAB-F345-B870-F689955320B6}" type="datetimeFigureOut">
              <a:rPr kumimoji="1" lang="ja-JP" altLang="en-US" smtClean="0"/>
              <a:t>2026/7/26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8E42BF-2747-2F5B-7A0C-F1C7C513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768B442-9326-2BD0-A2FE-7A722321B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9C27-8ED0-E041-A8DE-67DFE20C5A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549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CB05606-FEAB-165F-2223-048689763C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AD8EFFE-C8A6-D8A5-20AB-F392AEC84C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464F73-AD33-90D1-0116-5F281B832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36DBB-0EAB-F345-B870-F689955320B6}" type="datetimeFigureOut">
              <a:rPr kumimoji="1" lang="ja-JP" altLang="en-US" smtClean="0"/>
              <a:t>2026/7/26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10637DF-233D-8524-530C-EFE090F49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CF5E93-D1D5-97B1-EA38-D09DCD6F2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9C27-8ED0-E041-A8DE-67DFE20C5A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2824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1A42964-4204-1BE8-20A0-9FA3CE354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4262DB1-E3C9-FEC3-8C32-6DB71D248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0D29DE-D64E-9E28-951E-FA3871B39E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836DBB-0EAB-F345-B870-F689955320B6}" type="datetimeFigureOut">
              <a:rPr kumimoji="1" lang="ja-JP" altLang="en-US" smtClean="0"/>
              <a:t>2026/7/26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16A396-2B23-1A82-1288-B183B07E60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5CC7097-8A34-4217-CE11-6C0DABF4E4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6C9C27-8ED0-E041-A8DE-67DFE20C5A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9893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0CC9C214-10CA-A79B-D819-68A9AB483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Jin extractor fixture 24680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265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Macintosh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Jin extractor fixture 24680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</dc:creator>
  <cp:lastModifiedBy>Jin</cp:lastModifiedBy>
  <cp:revision>1</cp:revision>
  <dcterms:created xsi:type="dcterms:W3CDTF">2026-07-26T14:01:54Z</dcterms:created>
  <dcterms:modified xsi:type="dcterms:W3CDTF">2026-07-26T14:02:09Z</dcterms:modified>
</cp:coreProperties>
</file>